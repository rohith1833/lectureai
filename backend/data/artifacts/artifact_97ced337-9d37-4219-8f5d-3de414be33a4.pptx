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Welcome to Unit 2. This unit establishes core theoretical concepts.</a:t>
            </a:r>
          </a:p>
          <a:p/>
          <a:p>
            <a:r>
              <a:t>[Provenance]</a:t>
            </a:r>
          </a:p>
          <a:p/>
          <a:p>
            <a:r>
              <a:t>Sources: ent_u2</a:t>
            </a:r>
          </a:p>
          <a:p/>
          <a:p>
            <a:r>
              <a:t>Evidence: ev_t2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Detailed educational exposition for Topic 2.1.</a:t>
            </a:r>
          </a:p>
          <a:p/>
          <a:p>
            <a:r>
              <a:t>[Provenance]</a:t>
            </a:r>
          </a:p>
          <a:p/>
          <a:p>
            <a:r>
              <a:t>Sources: ent_t2</a:t>
            </a:r>
          </a:p>
          <a:p/>
          <a:p>
            <a:r>
              <a:t>Evidence: ev_t2_mixed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Unit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Topic 2.1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Foundational concepts and principles of Topic 2.1.</a:t>
            </a:r>
          </a:p>
          <a:p>
            <a:pPr/>
            <a:r>
              <a:t>Theoretical formulation and mathematical derivations.</a:t>
            </a:r>
          </a:p>
          <a:p>
            <a:pPr/>
            <a:r>
              <a:t>Practical applications and case study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