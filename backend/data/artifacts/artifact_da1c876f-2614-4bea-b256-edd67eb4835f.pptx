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</a:t>
            </a:r>
          </a:p>
          <a:p>
            <a:r>
              <a:t>Introduce the novel and its author.</a:t>
            </a:r>
          </a:p>
          <a:p/>
          <a:p>
            <a:r>
              <a:t>[Provenance]</a:t>
            </a:r>
          </a:p>
          <a:p/>
          <a:p>
            <a:r>
              <a:t>Sources: 9018c6fb-966b-4985-a89c-e4c454cbdaf1</a:t>
            </a:r>
          </a:p>
          <a:p/>
          <a:p>
            <a:r>
              <a:t>Evidence: 653df97d-abb6-414b-aa45-ba3851ecc5dc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</a:t>
            </a:r>
          </a:p>
          <a:p>
            <a:r>
              <a:t>Summarize the book's basic metadata and organization.</a:t>
            </a:r>
          </a:p>
          <a:p/>
          <a:p>
            <a:r>
              <a:t>[Provenance]</a:t>
            </a:r>
          </a:p>
          <a:p/>
          <a:p>
            <a:r>
              <a:t>Sources: 9018c6fb-966b-4985-a89c-e4c454cbdaf1, b7f3ec87-a664-4e37-8c2b-16f900372c0e, 38cf4ff0-39e2-4a1a-989c-ec596c10cf38, d1d1e2f9-69cf-4706-8aba-5a113d440324, bb5e654a-621c-458e-be82-be93af3b5640</a:t>
            </a:r>
          </a:p>
          <a:p/>
          <a:p>
            <a:r>
              <a:t>Evidence: 14ec071e-f3ef-4f1d-b3ff-d5037b1b3cd3, f303d135-d851-4504-896c-6a15e293764b, f2296430-ef24-4496-a8af-513b54e7dd64, cbaea0ed-18d6-4b98-820c-081f0f71428a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</a:t>
            </a:r>
          </a:p>
          <a:p>
            <a:r>
              <a:t>Explain how the novel is organized into parts and sections.</a:t>
            </a:r>
          </a:p>
          <a:p/>
          <a:p>
            <a:r>
              <a:t>[Provenance]</a:t>
            </a:r>
          </a:p>
          <a:p/>
          <a:p>
            <a:r>
              <a:t>Sources: 38cf4ff0-39e2-4a1a-989c-ec596c10cf38, 590429dc-73fe-4fb4-bab0-13863409e3af, d1d1e2f9-69cf-4706-8aba-5a113d440324, cfb9308c-e78e-4730-9b22-8d473dcd1585</a:t>
            </a:r>
          </a:p>
          <a:p/>
          <a:p>
            <a:r>
              <a:t>Evidence: f303d135-d851-4504-896c-6a15e293764b, 824efb8f-6925-4bc5-a21e-a0087b2a5af7, f2296430-ef24-4496-a8af-513b54e7dd64, 4b580426-ad64-4306-b3fe-f50bd67dfb39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</a:t>
            </a:r>
          </a:p>
          <a:p>
            <a:r>
              <a:t>Point to a concrete excerpt that shows Camus' style.</a:t>
            </a:r>
          </a:p>
          <a:p/>
          <a:p>
            <a:r>
              <a:t>[Provenance]</a:t>
            </a:r>
          </a:p>
          <a:p/>
          <a:p>
            <a:r>
              <a:t>Sources: 590429dc-73fe-4fb4-bab0-13863409e3af</a:t>
            </a:r>
          </a:p>
          <a:p/>
          <a:p>
            <a:r>
              <a:t>Evidence: 824efb8f-6925-4bc5-a21e-a0087b2a5af7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Notes]</a:t>
            </a:r>
          </a:p>
          <a:p>
            <a:r>
              <a:t>Encourage audience to reflect on themes and structure.</a:t>
            </a:r>
          </a:p>
          <a:p/>
          <a:p>
            <a:r>
              <a:t>[Provenance]</a:t>
            </a:r>
          </a:p>
          <a:p/>
          <a:p>
            <a:r>
              <a:t>Sources: 9018c6fb-966b-4985-a89c-e4c454cbdaf1</a:t>
            </a:r>
          </a:p>
          <a:p/>
          <a:p>
            <a:r>
              <a:t>Evidence: 653df97d-abb6-414b-aa45-ba3851ecc5dc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The Stranger –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Key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Published in 1942, a classic of existential literature.</a:t>
            </a:r>
          </a:p>
          <a:p>
            <a:pPr/>
            <a:r>
              <a:t>Divided into two main parts: Part One and Part Two.</a:t>
            </a:r>
          </a:p>
          <a:p>
            <a:pPr/>
            <a:r>
              <a:t>Each part contains a section titled "I".</a:t>
            </a:r>
          </a:p>
          <a:p>
            <a:pPr/>
            <a:r>
              <a:t>Includes a "Contents" chapter outlining structure.</a:t>
            </a:r>
          </a:p>
          <a:p>
            <a:pPr/>
            <a:r>
              <a:t>An "About the Author" section provides Camus' background.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Structural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Part One (ID 38cf4ff0…) introduces the protagonist and his detached worldview.</a:t>
            </a:r>
          </a:p>
          <a:p>
            <a:pPr/>
            <a:r>
              <a:t>Section I of Part One (ID 590429dc…) sets the opening scene.</a:t>
            </a:r>
          </a:p>
          <a:p>
            <a:pPr/>
            <a:r>
              <a:t>Part Two (ID d1d1e2f9…) follows the consequences of the earlier actions.</a:t>
            </a:r>
          </a:p>
          <a:p>
            <a:pPr/>
            <a:r>
              <a:t>Section I of Part Two (ID cfb9308c…) continues the narrative after the trial.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Narrative Style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Opening line from Section I (Part One): see evidence 824efb8f… for the exact wording.</a:t>
            </a:r>
          </a:p>
          <a:p>
            <a:pPr/>
            <a:r>
              <a:t>Camus uses short, declarative sentences to convey emotional distance.</a:t>
            </a:r>
          </a:p>
          <a:p>
            <a:pPr/>
            <a:r>
              <a:t>The passage illustrates the novel’s minimalist prose.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Discussion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Why does Meursault appear indifferent to societal norms?</a:t>
            </a:r>
          </a:p>
          <a:p>
            <a:pPr/>
            <a:r>
              <a:t>How does the two‑part structure affect the novel’s moral arc?</a:t>
            </a:r>
          </a:p>
          <a:p>
            <a:pPr/>
            <a:r>
              <a:t>What role does the “I” section play in establishing narrative voice?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