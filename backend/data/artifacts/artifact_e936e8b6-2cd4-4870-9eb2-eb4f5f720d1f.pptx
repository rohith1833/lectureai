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Introduce the novel, author, and why it matters for a general audience.</a:t>
            </a:r>
          </a:p>
          <a:p/>
          <a:p>
            <a:r>
              <a:t>[Provenance]</a:t>
            </a:r>
          </a:p>
          <a:p/>
          <a:p>
            <a:r>
              <a:t>Sources: 9018c6fb-966b-4985-a89c-e4c454cbdaf1</a:t>
            </a:r>
          </a:p>
          <a:p/>
          <a:p>
            <a:r>
              <a:t>Evidence: 653df97d-abb6-414b-aa45-ba3851ecc5dc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Summarize the basic bibliographic information and the book's internal organization.</a:t>
            </a:r>
          </a:p>
          <a:p/>
          <a:p>
            <a:r>
              <a:t>[Provenance]</a:t>
            </a:r>
          </a:p>
          <a:p/>
          <a:p>
            <a:r>
              <a:t>Sources: 9018c6fb-966b-4985-a89c-e4c454cbdaf1, b7f3ec87-a664-4e37-8c2b-16f900372c0e</a:t>
            </a:r>
          </a:p>
          <a:p/>
          <a:p>
            <a:r>
              <a:t>Evidence: 653df97d-abb6-414b-aa45-ba3851ecc5dc, 14ec071e-f3ef-4f1d-b3ff-d5037b1b3cd3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Explain what Part One contains and why it is crucial for understanding the story.</a:t>
            </a:r>
          </a:p>
          <a:p/>
          <a:p>
            <a:r>
              <a:t>[Provenance]</a:t>
            </a:r>
          </a:p>
          <a:p/>
          <a:p>
            <a:r>
              <a:t>Sources: 38cf4ff0-39e2-4a1a-989c-ec596c10cf38</a:t>
            </a:r>
          </a:p>
          <a:p/>
          <a:p>
            <a:r>
              <a:t>Evidence: f303d135-d851-4504-896c-6a15e293764b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Provide a concrete example of how the novel starts, linking the section label to the story.</a:t>
            </a:r>
          </a:p>
          <a:p/>
          <a:p>
            <a:r>
              <a:t>[Provenance]</a:t>
            </a:r>
          </a:p>
          <a:p/>
          <a:p>
            <a:r>
              <a:t>Sources: 590429dc-73fe-4fb4-bab0-13863409e3af</a:t>
            </a:r>
          </a:p>
          <a:p/>
          <a:p>
            <a:r>
              <a:t>Evidence: 824efb8f-6925-4bc5-a21e-a0087b2a5af7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Prompt the audience to recall the book's division into parts.</a:t>
            </a:r>
          </a:p>
          <a:p/>
          <a:p>
            <a:r>
              <a:t>[Provenance]</a:t>
            </a:r>
          </a:p>
          <a:p/>
          <a:p>
            <a:r>
              <a:t>Sources: 9018c6fb-966b-4985-a89c-e4c454cbdaf1</a:t>
            </a:r>
          </a:p>
          <a:p/>
          <a:p>
            <a:r>
              <a:t>Evidence: 653df97d-abb6-414b-aa45-ba3851ecc5dc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Give a brief overview of Camus' background and its relevance to the novel.</a:t>
            </a:r>
          </a:p>
          <a:p/>
          <a:p>
            <a:r>
              <a:t>[Provenance]</a:t>
            </a:r>
          </a:p>
          <a:p/>
          <a:p>
            <a:r>
              <a:t>Sources: bb5e654a-621c-458e-be82-be93af3b5640</a:t>
            </a:r>
          </a:p>
          <a:p/>
          <a:p>
            <a:r>
              <a:t>Evidence: cbaea0ed-18d6-4b98-820c-081f0f71428a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Encourage discussion of the novel's early thematic development.</a:t>
            </a:r>
          </a:p>
          <a:p/>
          <a:p>
            <a:r>
              <a:t>[Provenance]</a:t>
            </a:r>
          </a:p>
          <a:p/>
          <a:p>
            <a:r>
              <a:t>Sources: 38cf4ff0-39e2-4a1a-989c-ec596c10cf38</a:t>
            </a:r>
          </a:p>
          <a:p/>
          <a:p>
            <a:r>
              <a:t>Evidence: f303d135-d851-4504-896c-6a15e293764b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The Stranger by Albert Camus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Book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Title: The Stranger</a:t>
            </a:r>
          </a:p>
          <a:p>
            <a:pPr/>
            <a:r>
              <a:t>Author: Albert Camus</a:t>
            </a:r>
          </a:p>
          <a:p>
            <a:pPr/>
            <a:r>
              <a:t>Divided into two main parts plus an author biography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Part One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First half of the narrative</a:t>
            </a:r>
          </a:p>
          <a:p>
            <a:pPr/>
            <a:r>
              <a:t>Establishes the novel's central characters</a:t>
            </a:r>
          </a:p>
          <a:p>
            <a:pPr/>
            <a:r>
              <a:t>Introduces the theme of existential absurdity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Section I (Opening)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Section I marks the opening of Part One, beginning the narrative with Meursault's reaction to his mother's death.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Structure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How many main parts does The Stranger contain?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About the 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Provides biographical context for Albert Camus</a:t>
            </a:r>
          </a:p>
          <a:p>
            <a:pPr/>
            <a:r>
              <a:t>Highlights his role as a philosopher and writer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Thematic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What key themes are introduced in Part One?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